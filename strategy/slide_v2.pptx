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2103120"/>
            <a:ext cx="1463040" cy="54864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Guidance OS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6D00"/>
                </a:solidFill>
              </a:rPr>
              <a:t>AI-Managed Physical Work の実行レイヤー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c0mpiled-7/sanfransokyo Hackathon | 2026.03.08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4572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課題: 3つのギャップ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60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96012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D00"/>
                </a:solidFill>
              </a:rPr>
              <a:t>1. 熟練工が足りない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日本の製造業の65.9%が指導人材不足を報告（ものづくり白書2025）。グローバルで加速中。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960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86000"/>
            <a:ext cx="54864" cy="96012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D00"/>
                </a:solidFill>
              </a:rPr>
              <a:t>2. AIは物理作業ができない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AIは推論・計画・支払いができる。でもバルブを回せない、溶接を検査できない。ヒューマノイドはまだ高すぎる。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960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383280"/>
            <a:ext cx="54864" cy="96012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D00"/>
                </a:solidFill>
              </a:rPr>
              <a:t>3.「人を見つける」だけでは不十分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企業が欲しいのはマッチングだけじゃない。安全な実行、ガイダンス、完了検証、監査ログが必要。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インサイト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4864" cy="182880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5544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CCCCCC"/>
                </a:solidFill>
              </a:rPr>
              <a:t>世界で最も安く、最も汎用的な「アクチュエータ」は
</a:t>
            </a:r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96D00"/>
                </a:solidFill>
              </a:rPr>
              <a:t>スマートフォンを持った人間</a:t>
            </a:r>
            <a:pPr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CCCCCC"/>
                </a:solidFill>
              </a:rPr>
              <a:t>。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CCCCCC"/>
                </a:solidFill>
              </a:rPr>
              <a:t>足りないのは労働力へのアクセスではなく、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96D00"/>
                </a:solidFill>
              </a:rPr>
              <a:t>実行の制御</a:t>
            </a:r>
            <a:pPr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CCCCCC"/>
                </a:solidFill>
              </a:rPr>
              <a:t>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YC RFS #7: "AI can see, reason, and guide the human who does." — David Lieb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4572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ソリューション: Guidance 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AIが計画し、人間が実行する。その間を埋める実行制御レイヤー。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L1  推論 (Reasoning)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Claude / GPT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7315200" cy="548640"/>
          </a:xfrm>
          <a:prstGeom prst="rect">
            <a:avLst/>
          </a:prstGeom>
          <a:solidFill>
            <a:srgbClr val="4A4A6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L2  労働アクセス (Labor)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331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RentAHuman / Uber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solidFill>
            <a:srgbClr val="5A5A7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L3  決済 (Payment)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Stripe / PayPay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03320"/>
            <a:ext cx="7315200" cy="54864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03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L4  実行制御 (Execution)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703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Guidance OS ← ここ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Today's Mission — ギグワークの実行制御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🌲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D00"/>
                </a:solidFill>
              </a:rPr>
              <a:t>送電線近くの伐木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</a:rPr>
              <a:t>衛星画像で検知 → ワーカー派遣 → AR安全ガイダンス → 写真検証 → 完了報告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D00"/>
                </a:solidFill>
              </a:rPr>
              <a:t>マンホール点検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22402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</a:rPr>
              <a:t>定期巡回 → チェックリスト表示 → 各項目をカメラ確認 → 異常検知 → 監査ログ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D00"/>
                </a:solidFill>
              </a:rPr>
              <a:t>飲食店オペレーション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32918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</a:rPr>
              <a:t>新人アルバイト → レシピ/手順をAR表示 → 完了写真 → 品質スコア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</a:rPr>
              <a:t>RPGクエストのように — ステップバイステップで未経験者を導く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4572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デモ: Golden Path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バルブ点検ワークフロー（赤キャップボトルでシミュレーション）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F96D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異常検知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ダッシュボードにアラート表示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664208"/>
            <a:ext cx="457200" cy="36576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1463040"/>
            <a:ext cx="548640" cy="548640"/>
          </a:xfrm>
          <a:prstGeom prst="ellipse">
            <a:avLst/>
          </a:prstGeom>
          <a:solidFill>
            <a:srgbClr val="F96D00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ワーカー派遣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スマホに「Today's Mission」通知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664208"/>
            <a:ext cx="457200" cy="36576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1463040"/>
            <a:ext cx="548640" cy="548640"/>
          </a:xfrm>
          <a:prstGeom prst="ellipse">
            <a:avLst/>
          </a:prstGeom>
          <a:solidFill>
            <a:srgbClr val="F96D00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4904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ARガイダンス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カメラON → オーバーレイで手順表示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1664208"/>
            <a:ext cx="457200" cy="36576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1463040"/>
            <a:ext cx="548640" cy="548640"/>
          </a:xfrm>
          <a:prstGeom prst="ellipse">
            <a:avLst/>
          </a:prstGeom>
          <a:solidFill>
            <a:srgbClr val="F96D0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AI検証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Claude Vision APIが写真を判定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1664208"/>
            <a:ext cx="457200" cy="36576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0" y="1463040"/>
            <a:ext cx="548640" cy="548640"/>
          </a:xfrm>
          <a:prstGeom prst="ellipse">
            <a:avLst/>
          </a:prstGeom>
          <a:solidFill>
            <a:srgbClr val="F96D00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2376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監査ログ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JSON構造化データで完了証明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6D00"/>
                </a:solidFill>
              </a:rPr>
              <a:t>物理作業の TDD — テストケースを先に定義し、写真で検証する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技術アーキテクチャ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50292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D00"/>
                </a:solidFill>
              </a:rPr>
              <a:t>Dashboard (PC)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097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React + Vite + Tailwind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840480" cy="50292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D00"/>
                </a:solidFill>
              </a:rPr>
              <a:t>Mobile (Worker)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React PWA + 8th Wall 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840480" cy="50292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D00"/>
                </a:solidFill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377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Node.js + WebSocket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840480" cy="502920"/>
          </a:xfrm>
          <a:prstGeom prst="rect">
            <a:avLst/>
          </a:prstGeom>
          <a:solidFill>
            <a:srgbClr val="3A2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D00"/>
                </a:solidFill>
              </a:rPr>
              <a:t>AI Verification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3017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Claude Vision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840480" cy="50292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D00"/>
                </a:solidFill>
              </a:rPr>
              <a:t>Hosting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657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Blaxel Sandbox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D00"/>
                </a:solidFill>
              </a:rPr>
              <a:t>Key Capabilities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CCCC"/>
                </a:solidFill>
              </a:rPr>
              <a:t>▸ 8th Wall Image Target → AR手順オーバーレイ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CCCC"/>
                </a:solidFill>
              </a:rPr>
              <a:t>▸ Claude Vision → 写真判定 (pass/fail)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CCCC"/>
                </a:solidFill>
              </a:rPr>
              <a:t>▸ WebSocket → リアルタイム進捗同期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063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CCCC"/>
                </a:solidFill>
              </a:rPr>
              <a:t>▸ JSON構造化 → 監査証跡ログ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CCCC"/>
                </a:solidFill>
              </a:rPr>
              <a:t>▸ Cactus VLM → オンデバイスAI (stretch)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4572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4時間で何を作るか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5720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0-1h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ダッシュボード + モバイルPWA scaffold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097280" cy="45720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1-2h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WebSocket接続 + 8th Wall ARオーバーレイ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097280" cy="45720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2-3h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Claude Vision API統合 + 判定ロジック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1097280" cy="457200"/>
          </a:xfrm>
          <a:prstGeom prst="rect">
            <a:avLst/>
          </a:prstGeom>
          <a:solidFill>
            <a:srgbClr val="F96D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3-4h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E2Eデモ統合 + 監査ログUI + 仕上げ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ビジネスモデル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▸ RentAHuman等の労働プラットフォームへのアドオン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▸ SaaS — 月額 per worker / per task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▸ 初期ターゲット: 製造業の点検・保全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チーム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Koji Itano — 製造AI / フルスタック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Sota Kobayashi — プロダクト / デザイン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Sam Lo — エンジニアリング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389120"/>
            <a:ext cx="9144000" cy="685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D00"/>
                </a:solidFill>
              </a:rPr>
              <a:t>Guidance OS — Physical Work の TDD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Guidance OS — AI-Managed Physical Work の実行レイヤー</dc:title>
  <dc:subject>PptxGenJS Presentation</dc:subject>
  <dc:creator>Guidance OS Team</dc:creator>
  <cp:lastModifiedBy>Guidance OS Team</cp:lastModifiedBy>
  <cp:revision>1</cp:revision>
  <dcterms:created xsi:type="dcterms:W3CDTF">2026-03-08T03:27:25Z</dcterms:created>
  <dcterms:modified xsi:type="dcterms:W3CDTF">2026-03-08T03:27:25Z</dcterms:modified>
</cp:coreProperties>
</file>