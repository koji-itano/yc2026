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248a16595d368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248a16595d368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df3323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df3323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248a16595d368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248a16595d36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248a16595d368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3248a16595d368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248a16595d368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3248a16595d368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ddf3323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ddf3323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248a16595d368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248a16595d368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koji-itano/yc2026" TargetMode="External"/><Relationship Id="rId4" Type="http://schemas.openxmlformats.org/officeDocument/2006/relationships/hyperlink" Target="https://github.com/koji-itano/yc202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three.js" TargetMode="External"/><Relationship Id="rId4" Type="http://schemas.openxmlformats.org/officeDocument/2006/relationships/hyperlink" Target="https://github.com/8thwall/8thw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Rent a Human Plus (</a:t>
            </a:r>
            <a:r>
              <a:rPr b="1" lang="ja"/>
              <a:t>仮</a:t>
            </a:r>
            <a:r>
              <a:rPr b="1" lang="ja"/>
              <a:t>)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2026/03/08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u="sng">
                <a:solidFill>
                  <a:schemeClr val="hlink"/>
                </a:solidFill>
                <a:hlinkClick r:id="rId3"/>
              </a:rPr>
              <a:t>Github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 u="sng">
                <a:solidFill>
                  <a:schemeClr val="hlink"/>
                </a:solidFill>
                <a:hlinkClick r:id="rId4"/>
              </a:rPr>
              <a:t>https://github.com/koji-itano/yc2026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ターゲット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人間にしかできないタスクをLLMがSupervisor として判断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3D で包括的に理解することができるプラットフォーム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ja"/>
              <a:t>Voice OS を活用し視覚的理解を助ける (仮)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ユースケース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7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b="1" lang="ja" strike="sngStrike">
                <a:solidFill>
                  <a:srgbClr val="B7B7B7"/>
                </a:solidFill>
              </a:rPr>
              <a:t>道案内</a:t>
            </a:r>
            <a:endParaRPr b="1" strike="sngStrike"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lang="ja" strike="sngStrike">
                <a:solidFill>
                  <a:srgbClr val="B7B7B7"/>
                </a:solidFill>
              </a:rPr>
              <a:t>虎ノ門の受付の道案内</a:t>
            </a:r>
            <a:br>
              <a:rPr lang="ja" strike="sngStrike">
                <a:solidFill>
                  <a:srgbClr val="B7B7B7"/>
                </a:solidFill>
              </a:rPr>
            </a:br>
            <a:endParaRPr b="1" strike="sngStrike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b="1" lang="ja" strike="sngStrike">
                <a:solidFill>
                  <a:srgbClr val="B7B7B7"/>
                </a:solidFill>
              </a:rPr>
              <a:t>観光</a:t>
            </a:r>
            <a:endParaRPr b="1" strike="sngStrike"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lang="ja" strike="sngStrike">
                <a:solidFill>
                  <a:srgbClr val="B7B7B7"/>
                </a:solidFill>
              </a:rPr>
              <a:t>史跡に行くと歴史上の人物が読み上げ</a:t>
            </a:r>
            <a:endParaRPr strike="sngStrike"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lang="ja" strike="sngStrike">
                <a:solidFill>
                  <a:srgbClr val="B7B7B7"/>
                </a:solidFill>
              </a:rPr>
              <a:t>地方自治体のPDFをもとにリアルタイムカメラで案内してくれる</a:t>
            </a:r>
            <a:br>
              <a:rPr lang="ja" strike="sngStrike">
                <a:solidFill>
                  <a:srgbClr val="B7B7B7"/>
                </a:solidFill>
              </a:rPr>
            </a:br>
            <a:endParaRPr strike="sngStrike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ja"/>
              <a:t>作業依頼(ギグワーク)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電線に当たりそうな木を伐採する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マンホールの錆び具合と水道の配管の相関があるので写真を撮らせる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ゲームクエストっぽい作業依頼: </a:t>
            </a:r>
            <a:r>
              <a:rPr lang="ja"/>
              <a:t>やってほしいこと Today’s Misson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ja"/>
              <a:t>ゲーミフィケーション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580375" y="2205400"/>
            <a:ext cx="7936500" cy="83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ストーリー</a:t>
            </a:r>
            <a:endParaRPr b="1"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805025" y="2448955"/>
            <a:ext cx="12843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5"/>
              <a:buNone/>
            </a:pPr>
            <a:r>
              <a:rPr lang="ja" sz="1820"/>
              <a:t>課題</a:t>
            </a:r>
            <a:endParaRPr sz="1820"/>
          </a:p>
        </p:txBody>
      </p:sp>
      <p:sp>
        <p:nvSpPr>
          <p:cNvPr id="81" name="Google Shape;81;p17"/>
          <p:cNvSpPr txBox="1"/>
          <p:nvPr/>
        </p:nvSpPr>
        <p:spPr>
          <a:xfrm>
            <a:off x="580375" y="1559725"/>
            <a:ext cx="171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AIでできないこと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2647700" y="2448955"/>
            <a:ext cx="12843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5"/>
              <a:buNone/>
            </a:pPr>
            <a:r>
              <a:rPr lang="ja" sz="1820"/>
              <a:t>解決</a:t>
            </a:r>
            <a:endParaRPr sz="1820"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6782800" y="2448955"/>
            <a:ext cx="12843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5"/>
              <a:buNone/>
            </a:pPr>
            <a:r>
              <a:rPr lang="ja" sz="1820"/>
              <a:t>しょ</a:t>
            </a:r>
            <a:endParaRPr sz="1820"/>
          </a:p>
        </p:txBody>
      </p:sp>
      <p:cxnSp>
        <p:nvCxnSpPr>
          <p:cNvPr id="84" name="Google Shape;84;p17"/>
          <p:cNvCxnSpPr/>
          <p:nvPr/>
        </p:nvCxnSpPr>
        <p:spPr>
          <a:xfrm>
            <a:off x="2379500" y="2243976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7"/>
          <p:cNvCxnSpPr/>
          <p:nvPr/>
        </p:nvCxnSpPr>
        <p:spPr>
          <a:xfrm>
            <a:off x="6608900" y="2243976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7"/>
          <p:cNvSpPr txBox="1"/>
          <p:nvPr/>
        </p:nvSpPr>
        <p:spPr>
          <a:xfrm>
            <a:off x="3932000" y="1577275"/>
            <a:ext cx="228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2"/>
                </a:solidFill>
              </a:rPr>
              <a:t>街中でカメラも接続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430200" y="3257175"/>
            <a:ext cx="41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2"/>
                </a:solidFill>
              </a:rPr>
              <a:t>・RPGっぽく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379500" y="1577275"/>
            <a:ext cx="146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2"/>
                </a:solidFill>
              </a:rPr>
              <a:t>仕事を発注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コンセプト</a:t>
            </a:r>
            <a:endParaRPr b="1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必要な機能</a:t>
            </a:r>
            <a:endParaRPr b="1"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実現方法</a:t>
            </a:r>
            <a:endParaRPr b="1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Web＋カメラでガイダンスを表示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カメラ映像に2D/3Dを重畳（</a:t>
            </a:r>
            <a:r>
              <a:rPr lang="ja" u="sng">
                <a:solidFill>
                  <a:schemeClr val="hlink"/>
                </a:solidFill>
                <a:hlinkClick r:id="rId3"/>
              </a:rPr>
              <a:t>Three.js</a:t>
            </a:r>
            <a:r>
              <a:rPr lang="ja"/>
              <a:t>＋</a:t>
            </a:r>
            <a:r>
              <a:rPr lang="ja" u="sng">
                <a:solidFill>
                  <a:schemeClr val="hlink"/>
                </a:solidFill>
                <a:hlinkClick r:id="rId4"/>
              </a:rPr>
              <a:t>8thWall</a:t>
            </a:r>
            <a:r>
              <a:rPr lang="ja"/>
              <a:t>等）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